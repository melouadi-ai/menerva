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Double PDF IOL + JOB</a:t>
            </a:r>
          </a:p>
          <a:p>
            <a:pPr>
              <a:spcAft>
                <a:spcPts val="600"/>
              </a:spcAft>
              <a:defRPr sz="2400" b="0">
                <a:solidFill>
                  <a:srgbClr val="BBDDEE"/>
                </a:solidFill>
              </a:defRPr>
            </a:pPr>
            <a:r>
              <a:t>Da mappatura PLC/SCADA e specifica JOB a JSON ADAS pronto all'import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 b="0">
                <a:solidFill>
                  <a:srgbClr val="88AACC"/>
                </a:solidFill>
              </a:defRPr>
            </a:pPr>
            <a:r>
              <a:t>Menerva MAS  ·  caso 6 JOB.0139.23  ·  ottobre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400" b="1">
                <a:solidFill>
                  <a:srgbClr val="1B2A4A"/>
                </a:solidFill>
              </a:defRPr>
            </a:pPr>
            <a:r>
              <a:t>1 · Il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Due documenti, un impianto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Mappatura IOL (tabelle registri) + descrizione JOB (IP, scale, limiti, logiche).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Upload cieco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Caricati insieme, in ordine casuale, senza metadati: nessuno sa quale pagina appartiene a cosa.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Obiettivo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Un solo JSON ADAS, con ogni scelta tracciabile e ogni dubbio in revisione.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400" b="1">
                <a:solidFill>
                  <a:srgbClr val="1B2A4A"/>
                </a:solidFill>
              </a:defRPr>
            </a:pPr>
            <a:r>
              <a:t>2 · L'idea in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Il VLM legge, Python calcola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VLM: classifica pagine e trascrive tabelle. Python: filtra, unisce, verifica.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Mai invenzioni silenziose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Placeholder, default e conflitti finiscono in code di revisione, non nei dati.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Ogni dato porta la provenienza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Envelope con ramo + pagina su ogni estrazione; join solo dentro la stessa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400" b="1">
                <a:solidFill>
                  <a:srgbClr val="1B2A4A"/>
                </a:solidFill>
              </a:defRPr>
            </a:pPr>
            <a:r>
              <a:t>3 · Architettura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LV1 — smistamento (1 esecuzione)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Medex PNG → finestre → classifier iterativo → dedup → 3 filtri (Station / Measurement / Density).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LV2 — estrazione (3 rami paralleli)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Station (IP, scale) · Measurement (3 VLM + tagger + assemblatore) · Density in forwarding.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Finale — consolidamento + ADAS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PREPARAZIONE X JSON (1 stazione + 69 variabili) → JSON CREATOR (22 misure + 60 bitinfo).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400" b="1">
                <a:solidFill>
                  <a:srgbClr val="1B2A4A"/>
                </a:solidFill>
              </a:defRPr>
            </a:pPr>
            <a:r>
              <a:t>4 · LV1 nodo per nodo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CONVERTI PDF IN PNG (1) + FINESTRE (2)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14 finestre sovrapposte: ogni pagina compare 2 volte.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DEDUPLICA (4) + PREPARA (5)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14 pagine uniche; array root con review propagati.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INIEZIONI 10 / 9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Estrazione Station e Measurement, una pagina alla volta.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JSON CREATOR (12) → OUTPUT (13)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DRIVERPRIVATE hex, DRIVERCONFIG XML, ID rinumerati.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PAGE CLASSIFIER (3)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Ruolo IOL/JOB/UNKNOWN + etichetta per ogni finestra.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FILTRI 6 / 7 / 8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Partizione 6 Station + 7 Measurement + 1 Density.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PREPARAZIONE X JSON (11)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Unisce i 3 rami: stazione 10.100.50.95:511, scale SO2.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400" b="1">
                <a:solidFill>
                  <a:srgbClr val="1B2A4A"/>
                </a:solidFill>
              </a:defRPr>
            </a:pPr>
            <a:r>
              <a:t>5 · Le tre sotto-piattaforme LV2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Classifier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Medex + VLM; il routing usa la label, il ruolo resta metadato.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Station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Chiave → immagine → VLM v4 (niente SME inventato) → associatore. Dà IP, porta, scale.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Measurement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3 VLM paralleli → 3 tagger (ramo+pagina, fence gestite) → assemblatore per pagina.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400" b="1">
                <a:solidFill>
                  <a:srgbClr val="1B2A4A"/>
                </a:solidFill>
              </a:defRPr>
            </a:pPr>
            <a:r>
              <a:t>6 · Le regole d'oro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Join su nome, mai su ID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Il MEASUREID ha 3 semantiche diverse: usarlo corrompe il join.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BIT dal ramo misure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Verificato 6/6 da coordinate PDF; discordie in review (PM-302A/B).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Righe bianche = saltate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Riserve 420–424 e filler mai inventati (il legacy creava «Comando riservato»).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TEXTON derivati, non letti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Nel PDF non esiste colonna di stato: convenzione valida, dato sintetico.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Leggero = plumbing, 3.8 = qualità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Confronti solo a parità di modello e classificazione.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400" b="1">
                <a:solidFill>
                  <a:srgbClr val="1B2A4A"/>
                </a:solidFill>
              </a:defRPr>
            </a:pPr>
            <a:r>
              <a:t>7 · Numeri del caso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14 pagine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6 Station + 7 Measurement + 1 Density, chiavi conservate.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69 variabili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65 leggero / 69 Qwen 3.8; pagina 2 completa 30/30, pagina 4 pulita.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ADAS finale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22 misure (5 packed + 9 analogiche + 8 singoli) + 60 bitinfo, Pydantic valido.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Confronto legacy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22=22 misure; i 12 bitinfo «mancanti» sono fantasmi del GT su righe bianche.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3400" b="1">
                <a:solidFill>
                  <a:srgbClr val="1B2A4A"/>
                </a:solidFill>
              </a:defRPr>
            </a:pPr>
            <a:r>
              <a:t>8 · Glossario e prossimi passi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Edge #N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Filo tra nodi, numero locale al canvas: ricontrollare dopo ogni ricablaggio.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{question} / {edge}[N]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Record pagina dell'iterazione / output di un altro nodo.</a:t>
            </a:r>
          </a:p>
          <a:p>
            <a:pPr>
              <a:spcAft>
                <a:spcPts val="100"/>
              </a:spcAft>
              <a:defRPr sz="1900" b="1">
                <a:solidFill>
                  <a:srgbClr val="212121"/>
                </a:solidFill>
              </a:defRPr>
            </a:pPr>
            <a:r>
              <a:t>▪  Aperti</a:t>
            </a:r>
          </a:p>
          <a:p>
            <a:pPr>
              <a:spcAft>
                <a:spcPts val="1000"/>
              </a:spcAft>
              <a:defRPr sz="1600" b="0">
                <a:solidFill>
                  <a:srgbClr val="444444"/>
                </a:solidFill>
              </a:defRPr>
            </a:pPr>
            <a:r>
              <a:t>     Scala TF, limiti JOB, TEXTON parziali REG 3, BISON dal cliente.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